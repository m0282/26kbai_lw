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주식손절못함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50초)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쟁점 설명만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확정 근거 조문 · 적용 조항 형광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진단표의 진단일을 설명일로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'투자성향 2026-07-24 기준'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유형별 고정 스키마에서 설명일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판정 흔들림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비전이 '등급 못 찾음'을 등급으로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'표시 없음(1~6 중 판단 불가)'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답변이 등급 하나일 때만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1등급 오판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두 자리 연도를 서기 26년으로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'26.07.15'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세기를 지어내지 않고 형식 경고로 남김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계약 이후 설명 적발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회차마다 값이 달라질 수 있는 필드는 서류 유형별 고정 스키마로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캐시 없이 3회 재판독 → 회차 간 불일치 0건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83건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25건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판독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캐시를 끄고 실물 서류를 3회 재판독해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불일치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점검에 쓰지 않은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KB·삼성·미래에셋·신한·대우 실물 23건으로 재검증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 10/10 일치 · 부당권유 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안정성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규칙마다 검색어를 바꿔 근거 조문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8종 전부 불변(확정 선언)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50초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 (LLM 판독 + 법령 API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조문에서 걸리는 부분까지 짚는다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조문 전체를 던지면 '그래서 어디가 문제냐'에 답하지 못한다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확정 선언 — 검색어가 바뀌어도 근거가 흔들리지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조문에서 규칙이 걸리는 항만 뽑아 문구를 형광 표시 (조문 전체의 6~30%)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법률 조문과 그 위임을 받은 감독규정을 함께 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적용 조항이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금소법 제28조와 감독규정 제25조가 함께 붙고, 각 조문에서 '자료를 기록'·'멸실 또는 위조'·'고시하는 기간(5년)'이 형광으로 표시됩니다 — 담당자는 화면을 벗어나지 않고 무엇을 확인해야 하는지 압니다.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+ 미사용 23건 · 테스트 83건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규칙별 확정 근거 조문 + BM25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83건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