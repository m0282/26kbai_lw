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검사 범위를 화면에 명시합니다 — 적정성(18조)·불공정영업(20조)·광고(22조)는 대상이 아님을 밝힙니다.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녹취(REC-001)는 음성을 판독하지 않고 '녹취가 필요한 판매 건인지'만 표시합니다. 검사하지 못하는 것을 검사한 척하지 않는 것이 컴플라이언스 도구의 신뢰 조건입니다.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24건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24건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표현 스캔을 정상 서류 17건에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판정 요약 화면
(위험 3건 적발 · 종합 결론 배지)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3886200"/>
            <a:ext cx="5276088" cy="219456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근거 조문 + 서류 원문 하이라이트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6대 원칙 중 4개만 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규칙을 실물로 검증하며 추가해 왔음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18·20·22조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이후 본선까지의 구체적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현재 (예선 제출)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 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 · 불공정영업(20조) · 광고(22조)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24건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24건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