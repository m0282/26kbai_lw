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10초)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검색어 생성만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· BM25 ·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못 찾은 값은 '미확인'으로 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유무가 모델 변덕에 좌우되지 않음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판정마다 법령 원문이 따라붙는다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판정만 주는 도구는 담당자가 다시 규정을 찾아봐야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미리 지정 — 검색 점수가 높다고 엉뚱한 조문이 앞서지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 원문을 그 자리에서 펼쳐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출처 표기(local · law.go.kr)로 최신 원문 보강 여부를 구분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이 결과가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금융소비자보호법 제28조(자료의 기록 및 유지·관리)가 최우선 근거로 붙습니다 — 담당자는 화면을 벗어나지 않고 조문을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