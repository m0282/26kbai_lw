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(참가신청서 기재)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문제의 규모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불완전판매 민원은 급증했고, 그 비용은 이미 판매사가 치르고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11만 6,338건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2024년 금융민원 총계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전년 대비 +24%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+53.3%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은행 권역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24,043건 · ELS 불완전판매가 주원인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+1,048%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펀드·방카슈랑스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신탁은 +1,459%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약 1조 3,000억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홍콩 ELS 자율배상 규모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5개 은행 합계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9184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918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문제는 KB국민은행이 직접 겪었습니다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홍콩H지수 ELS 불완전판매로 금감원 검사 대상이 된 5개 은행: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KB국민 · 신한 · 하나 · NH농협 · SC제일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과징금은 최초 약 4조원으로 산정된 뒤 논의를 거쳐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6,000억원 수준으로 조정 (2026.7 기준 심의 진행)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32918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3438144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제재 근거는 '판매 과정'입니다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제57조 — 위반 관련 계약으로 얻은 수입의 50% 이내 과징금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상품이 손실을 냈다는 사실이 아니라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적합성·설명의무를 지켰는지가 제재를 가른다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판매 시점의 서류가 곧 방어 근거이자 위험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금융감독원 2024년 금융민원 통계(2025.4 보도) · 홍콩 ELS 제재 관련 보도(2026.6~7). 과징금 규모는 심의 진행에 따라 변동될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사건에 대입하면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홍콩 ELS 배상비율을 가른 항목이 곧 우리 검사 항목이다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3291840"/>
                <a:gridCol w="32004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홍콩 ELS 배상비율 산정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배상 가산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대응하는 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서류로 판단 가능한가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설명의무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기본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EXP-001 · DATE-001 · 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설명 항목·설명일·서명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원칙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진단표 성향 ↔ 설명서 등급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금지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원금보장·확정수익 표현 검출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고령자 보호기준 미준수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+15%p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녹취 의무 대상 여부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우리 규칙은 임의로 고른 것이 아닙니다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분쟁에서 배상비율을 결정한 네 가지 항목이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그대로 우리 검사 항목과 대응합니다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'실무에서 문제가 된 지점'을 검사하도록 설계했습니다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설명의무는 3개 규칙으로 나눠 더 세밀하게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031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판매 시점에 걸렀다면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배상비율 산정 항목 = 판매 서류에 남는 흔적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성향과 등급의 불일치, 빠진 서명, 뒤집힌 날짜는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모두 계약 전에 확인할 수 있는 것들입니다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배상 산정이 아니라 사전 차단이 목표입니다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홍콩 ELS 분쟁조정 배상비율 산정기준 관련 보도(2024~2026). 배상비율은 개별 사안별로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업무 흐름 변화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기존 프로세스를 바꾸지 않고, 서류 작성과 마감 사이에 들어간다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6B6B"/>
                </a:solidFill>
                <a:latin typeface="맑은 고딕"/>
              </a:rPr>
              <a:t>AS-IS   현재 창구 업무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직원이 육안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표본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62828"/>
                </a:solidFill>
                <a:latin typeface="맑은 고딕"/>
              </a:rPr>
              <a:t>· 건수가 쌓이면 육안 대조에서 누락이 생깁니다   · 컴플라이언스는 표본만 봅니다 — 전건 확인이 불가능합니다   · 문제를 발견해도 이미 계약이 끝난 뒤입니다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TO-BE   제안 시스템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자동 검증 (약 10초)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이상 시 즉시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4624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전건 기록 자동 축적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표본 점검 → 전건 점검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못 보던 건까지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누락 없이 모든 판매 건에 같은 기준 적용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사후 적발 → 사전 예방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계약 완료 전에 보완 기회를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분쟁·배상으로 가기 전에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4617720"/>
            <a:ext cx="35661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764024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기록이 자동으로 남는다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근거·조문·검증 시각을 함께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입증 자료로 그대로 사용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읽기와 판정 사이에 '검증 계층'을 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1463040"/>
                <a:gridCol w="48463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LLM 관여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①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폴백 시에만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② 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③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읽은 값이 원문에 실제로 있는지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· 문서유형 게이팅 · 고정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④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⑤ 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검색어 생성만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국가법령정보 API · BM25 · 좌표 하이라이트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886200"/>
            <a:ext cx="53949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54864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LLM은 판정을 바꿀 수 없다 — 구조적으로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모듈에 LLM 관련 코드 0건 (순수 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함수에 LLM 인자 자체가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만드는 객체에 '판정' 필드가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바꾸고 싶어도 손댈 지점이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458968" cy="224028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실측 · 같은 서류를 2회 검증 (캐시 off, LLM 실호출 8건×2)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LLM이 쓴 설명 문구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1회차 "안정형(6등급만 가입 가능)이나 상품은 1등급…"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2회차 "'안정형'(위험 감내도 최저)이나 위험등급은…"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→ 문구는 매번 달랐으나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판정 8개는 완전히 동일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왜 이 구조인가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다른 방식을 검토하고 배제한 근거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배제 이유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판정까지 수행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같은 입력에도 결과가 흔들려 감사·재현이 불가능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같은 판정에도 설명 문구가 매번 달랐음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전용 모델 파인튜닝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판매서류는 개인정보라 학습 데이터 확보 불가. 규정 개정 시마다 재학습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규정은 조문 텍스트로 관리하는 편이 갱신에 유리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RAG(법령 검색)만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조문은 찾아주지만 서류에서 값을 뽑아 문서 간 대조하지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위반은 두 문서를 맞대야 성립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규칙만 사용 (LLM 없이)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서류에서 문서유형·필드를 읽지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실물 22건에서 규칙 분류가 전부 확신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채택: LLM 판독 + 규칙 판정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읽기는 LLM이 잘하고, 판정은 재현 가능해야 한다 — 역할을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24건 전수 감사 이상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480560"/>
            <a:ext cx="110642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80560"/>
            <a:ext cx="54864" cy="16002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26864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핵심 판단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'정확도가 높은 모델'보다 '틀렸을 때 드러나는 구조'가 중요합니다.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값을 잘못 읽으면 판정도 틀립니다 — 그래서 읽기와 판정 사이에 원문 대조 계층을 두었습니다.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실제로 LLM이 위험등급을 '5등급'으로 지어냈을 때(원문에는 6등급만 존재) 이 계층이 잡아냈습니다.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못 찾은 값은 '미확인'으로 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유무가 모델 변덕에 좌우되지 않음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749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판매서류로 검증할 수 있는 판매원칙은 3개이고, 그 3개를 모두 덮었습니다.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나머지 3개는 서류 밖의 정보를 요구합니다 — 적정성(18조)은 '권유 없이 청약했는지'(판매채널 기록), 불공정영업(20조)은 '다른 상품 끼워팔기'(거래 이력), 광고(22조)는 광고물 자체가 검사 대상입니다.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여기에 6대 원칙 밖의 의무인 계약서류 제공(23조)·자료 기록 유지(28조)까지 검사합니다. 녹취(REC-001)는 음성을 판독하지 않고 '녹취가 필요한 건인지'만 표시합니다.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범위를 어떻게 잡았나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금소법 73개 조문 중 '판매서류로 검증할 수 있는 것'만 남긴다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53035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금소법 조문 성격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조문 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판매행위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정의 · 총칙 · 부칙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감독 · 검사 · 제재 · 과징금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분쟁조정 · 소송 · 소비자 권리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판매업자 자격 · 등록 · 조직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80760" y="1417320"/>
          <a:ext cx="555040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43560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판매행위 규제 10개 조문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17 적합성 · 19 설명의무 · 21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23 계약서류 제공 · 28 자료 기록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18 적정성 (권유 여부 정보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 불공정영업 (타 상품 거래 이력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22 광고 (광고물이 검사 대상)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46 청약철회 · 47 위법계약해지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이후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16052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54864" cy="19202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06824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분모는 73이 아니라 10입니다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63개 조문은 정의·감독절차·분쟁조정 등으로,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시점 서류로 검증할 대상이 아닙니다.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판매행위 규제 10개 중 '판매 시점에 서류만으로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 가능한 5개'를 모두 검사합니다.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4160520"/>
            <a:ext cx="555040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4160520"/>
            <a:ext cx="54864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4306824"/>
            <a:ext cx="509320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넓게 얕게가 아니라, 좁게 깊게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설명의무(19조) 하나를 3개 규칙으로 나눠 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EXP-001 설명 항목이 실제로 있는가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DATE-001 설명이 계약보다 먼저였는가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ACK-001 고객 확인·서명이 실재하는가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24건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45건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24건 전수 감사,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표현 스캔을 정상 서류 17건에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10초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solidFill>
            <a:srgbClr val="F5F3EE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맑은 고딕"/>
              </a:rPr>
              <a:t>[스크린샷] 판정 요약 화면
(위험 3건 적발 · 종합 결론 배지)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3886200"/>
            <a:ext cx="5276088" cy="2194560"/>
          </a:xfrm>
          <a:prstGeom prst="roundRect">
            <a:avLst/>
          </a:prstGeom>
          <a:solidFill>
            <a:srgbClr val="F5F3EE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맑은 고딕"/>
              </a:rPr>
              <a:t>[스크린샷] 근거 조문 + 서류 원문 하이라이트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한계와 대응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검사하지 못하는 것을 검사한 척하지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384048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왜 생기는가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현재 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향후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음성을 판독하지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입력이 문서(PDF·이미지)로 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REC-001로 '녹취 의무 대상 여부'만 표시하고, 음성 미판독을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본선: STT 연동해 낭독·동의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6대 원칙 중 3개(18·20·22조)는 미검사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판매서류만으로는 판단에 필요한 정보가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범위(17·19·21·23·28조)를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판매채널·거래이력 연계 시 확장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매트릭스가 MVP 예시값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기준은 회사 내부 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정책을 코드에서 분리해 파라미터로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KB 내부 적합성 기준으로 교체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오분류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서류는 어휘가 섞여 규칙 분류가 확신하지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확신할 때만 LLM보다 우선 + 검토자가 화면에서 수동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 판별 정확도 별도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외부 LLM API에 서류를 전송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판독에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미추출·마스킹 프롬프트·판독 캐시 즉시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사내망 LLM으로 대체 가능한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한계를 감추면 도구를 신뢰할 수 없습니다.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시스템은 확인하지 못한 값을 '미확인'으로 드러내고, 검사하지 않는 조항을 화면에 밝힙니다. 판정을 내리지 못하는 상황에서 그럴듯한 답을 내놓는 것이 컴플라이언스에서는 가장 위험합니다.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제출본은 여기서 고정하고, 본선 진출 시 단계별로 확장합니다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예선 제출 (완료·고정)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24건 ·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1단계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 (현재 미검사 영역)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2단계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적정성(18조)·불공정영업(20조)은 판매채널·거래이력 연계가 전제 — 연계 가능 시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3단계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BM25 조문 검색 (한국어 토크나이저)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24건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24건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