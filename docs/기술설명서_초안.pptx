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  ·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놓치던 건까지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83건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KB·삼성·미래에셋·신한·대우 실물 23건으로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+ 미사용 23건 ·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
진출 후 ~2주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
~4주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
~6주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
PoC 협의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체계 · 필요 자원 · 리스크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누가 무엇을 맡고, 도입에 무엇이 필요하며, 무엇이 틀어질 수 있는지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역할 분담 (2인)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A — src/ingest · src/verify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법령 수집 · 판정 규칙 · 근거 조문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B — src/parser · app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서류 판독 ·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공용 — schemas.py (변경 시 단독 PR)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상대 모듈은 Issue로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품질을 고정하는 방식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인터페이스 계약 1곳 → 병렬 개발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 1개 = 함수 1개 · 작은 PR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발견한 오류는 회귀 테스트로 고정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테스트 45건 → 83건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실물 서류 전수 감사로 회귀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재현성: 순서·회차·모델 교차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7160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1790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도입에 필요한 것 (KB 협조)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판매채널·거래이력 연계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18조·20조 검사의 전제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등급 ↔ 고객 성향 내부 매트릭스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사내 LLM 또는 폐쇄망 추론 환경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은행 고유 판매서류 양식 샘플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없어도 현재 8개 항목은 그대로 동작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6035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리스크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영향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고유 양식이 판독 학습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필드 추출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스키마 추가로 흡수 · 실패해도 '미확인'으로 드러나 오판이 되지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 LLM 으로 교체 시 판독 품질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추출 정확도 저하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교체 가능한 구조 · haiku↔sonnet 교차 검증에서 판정 불일치 0건 (모델 의존 낮음)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법령·감독규정 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무효화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재수집 · 규칙별 조문을 확정 선언해 두어 영향 범위를 즉시 특정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우려로 도입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현장 적용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생년월일·계좌번호 미추출 · 원본 미저장 · 캐시 삭제 제공 · 마스킹 후 재현성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